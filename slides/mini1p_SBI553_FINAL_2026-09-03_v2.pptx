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SBI-553 on the acute pain assay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Day 1 no drug vs Day 2 SBI-553, same six mice, dosed 10 min before the assay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Five figures. Every number recomputed from the scoring files and cross-checked.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change index  =  (total events ÷ total stimuli) on Day 2   ÷   the same on Day 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All six mice received SBI-553. There was no vehicle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0483B"/>
                </a:solidFill>
                <a:latin typeface="Calibri"/>
              </a:rPr>
              <a:t>Every behaviour fell — including escape/rearing, which is not a pain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behaviour, one dot per mouse, bar = MEDIAN of the six per-mouse indices. Every event in the stimulus block counted, each mouse divided by its own stimulus count. Log axis. Paired Wilcoxon over the six mice (exact, n = 6, smallest possible p = 0.031).</a:t>
            </a:r>
          </a:p>
        </p:txBody>
      </p:sp>
      <p:pic>
        <p:nvPicPr>
          <p:cNvPr id="4" name="Picture 3" descr="S1_sed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1" y="1755648"/>
            <a:ext cx="6763176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Medians: licking/biting ×0.20 and escape/rearing ×0.22 fell most, paw withdrawal ×0.63 and flinch ×0.82 least (attending ×0.51, guarding ×0.45). Escape/rearing is exploration — Day 1 showed it is high at baseline and DECREASES under stimulation — so a selective analgesic should have spared it. It did not.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Paw withdrawal looks close to the line only because the axis is logarithmic: ×0.63 is a 37 % decrease, in all six mice, paired p = 0.031. It is significantly reduced AND the least reduced of the six.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Lower on the drug day for all six behaviours, and flatter for the affective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Events per stimulus delivery against stimulus type. Thin line = one mouse, bold = mean ± SEM over six mice. Both days on shared axes so the size of the drop is comparable. No statistical test on this panel — it is descriptive.</a:t>
            </a:r>
          </a:p>
        </p:txBody>
      </p:sp>
      <p:pic>
        <p:nvPicPr>
          <p:cNvPr id="4" name="Picture 3" descr="D8_dose_response_both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67" y="1755648"/>
            <a:ext cx="7894104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Day 1 rises from light touch to heat in every behaviour. On Day 2 that ordering is flattened for licking/biting and escape/rearing but kept for the reflexes, whose curve simply sits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Paired mouse by mouse: paw withdrawal and escape/rearing move in every animal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Same measure, paired within animal. Grey line joins the two days for one mouse; square = mean ± SEM. Paired Wilcoxon per behaviour × stimulus (exact, n = 6, floor p = 0.031). * p &lt; 0.05, ns = not significant.</a:t>
            </a:r>
          </a:p>
        </p:txBody>
      </p:sp>
      <p:pic>
        <p:nvPicPr>
          <p:cNvPr id="4" name="Picture 3" descr="D2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04" y="1755648"/>
            <a:ext cx="8080230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Escape/rearing is significant at all four stimuli. Paw withdrawal is significant at three of four. Guarding and flinch are not significant per stimulus — with six mice the test cannot go below 0.031, so a non-significant cell here means underpowered, not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Each animal tested on its own: escape/rearing falls in all six mice, 5 of 6 after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mouse, dot = the index, line = 95 % CI from the Poisson variance of the totals. EXACT POISSON RATE TEST on that animal's own counts: conditional on the n₁+n₂ events in total, the number landing on Day 2 is Binomial(n₁+n₂, t₂/(t₁+t₂)) if the two rates are equal; the two-sided binomial p is exact. Stars are uncorrected — 25 of 36 tests reach p&lt;0.05, 22 survive Benjamini-Hochberg.</a:t>
            </a:r>
          </a:p>
        </p:txBody>
      </p:sp>
      <p:pic>
        <p:nvPicPr>
          <p:cNvPr id="4" name="Picture 3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11201400" cy="2727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Worked example, M2 escape: 60 events / 83 stimuli on Day 1 versus 13 / 70 on Day 2, index 0.26. If the rates were equal, 33 of the 73 events would be expected on Day 2; 13 were seen, p = 7.7×10⁻⁷. Escape/rearing: 6/6 significant uncorrected, 5/6 after FDR (M3 p = 0.032 becomes q = 0.082).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The affective/reflexive dissociation a biased agonist predicts is not what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Affective (attending + licking/biting + guarding) against reflexive (withdrawal + flinch), both as events per stimulus delivery. One arrow per mouse, Day 1 to Day 2. Descriptive — no test on this panel.</a:t>
            </a:r>
          </a:p>
        </p:txBody>
      </p:sp>
      <p:pic>
        <p:nvPicPr>
          <p:cNvPr id="4" name="Picture 3" descr="D4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02" y="1755648"/>
            <a:ext cx="4625235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 selective affective effect would move every arrow straight DOWN. F2, F3 and M3 do move mostly down; M1 and M2 move down AND left; F1 moves left and slightly up. Combined with escape/rearing falling hardest, the pattern is a general reduction in activity rather than a clean affective-only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0483B"/>
                </a:solidFill>
                <a:latin typeface="Calibri"/>
              </a:rPr>
              <a:t>What these five figures do NOT establish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1.  That the change is caused by SBI-553.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All six mice received it. With no vehicle group, drug, day, block order and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habituation cannot be separated.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2.  That it is analgesia.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Escape/rearing is not a pain measure and fell hardest. Movement measured from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video was already halved during the 5 min baseline, before any stimulus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(×0.47, 6/6 mice, p = 0.031) — there is no pain to relieve there.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3.  That analgesia is absent.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 general reduction in activity could hide it. A lower dose or a later time point,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with a vehicle arm, would separate the two.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4.  Anything about the face.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side view is a backlit silhouette: ears are visible as outlines, the eye is 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resolved, so the Mouse Grimace Scale cannot be scored. And grimace cannot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distinguish pain from sedation in any case — both produce orbital tightening.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