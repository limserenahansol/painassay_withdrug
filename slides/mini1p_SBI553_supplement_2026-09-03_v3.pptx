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2937"/>
                </a:solidFill>
                <a:latin typeface="Calibri"/>
              </a:rPr>
              <a:t>How to read the Day 2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Supplement to the main deck  ·  the change index, the forest plot, Day 2 on its own,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and the activity measured from the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1.  The change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one number per mouse per behaviour, and how it is built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Step 1: count events, and count the stimuli that caused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real numbers, mouse M2, escape / rearing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>                       Day 1 no drug     Day 2 SBI-553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>  escape events              69                6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>  stimuli delivered          83               70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stimulus is delivered by hand, so the number of taps is NOT the same on the two days: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83 on Day 1, 70 on Day 2. Comparing 69 events against 6 events would mix the change in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behaviour with the change in how many chances the animal was given.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Step 2: divide by that animal's own stimulus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is the number every figure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Consolas"/>
              </a:rPr>
              <a:t>  Day 1     69 events  /  83 stimuli   =   0.83  events per stimulus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Consolas"/>
              </a:rPr>
              <a:t>  Day 2      6 events  /  70 stimuli   =   0.09  events per stimulus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6E8C"/>
                </a:solidFill>
                <a:latin typeface="Calibri"/>
              </a:rPr>
              <a:t>In words: on Day 1 this mouse tried to escape about 8 times out of every 10 stimuli.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6E8C"/>
                </a:solidFill>
                <a:latin typeface="Calibri"/>
              </a:rPr>
              <a:t>On Day 2, about 1 time out of every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is what the axis label “total event number / total stimulus delivery” means.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Each mouse is divided by ITS OWN count, never by a group average.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Step 3: the change index is Day 2 divided by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1 means no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>
                <a:solidFill>
                  <a:srgbClr val="1F2937"/>
                </a:solidFill>
                <a:latin typeface="Consolas"/>
              </a:rPr>
              <a:t>  change index  =  0.09  /  0.83   =   0.10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Read it as a multiplier: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1.0     no change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0.5     halved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0.10    down to a tenth  —  this mouse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2.0     doubled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Why a ratio and not a per-cent change: per cent is bounded at −100 % but unbounded upwards,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one animal that went up 650 % flattens every other bar. A ratio on a log axis treats halving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and doubling as the same distance.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One thing the change index does NOT do: filter by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every event is counted, wherever it happened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An earlier version counted only events starting within a response window of a delivery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(3 s for reflexes, 10 s for the affective behaviours). That answers a different question: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with a window     did THIS stimulus provoke a response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without a window  how much of this behaviour did the animal do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For counting behaviour - and for the sedation question - the second one is what we want,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so the window is now OFF by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0483B"/>
                </a:solidFill>
                <a:latin typeface="Calibri"/>
              </a:rPr>
              <a:t>It mattered most for escape / rearing: the 10 s window kept only 29 % of those events,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0483B"/>
                </a:solidFill>
                <a:latin typeface="Calibri"/>
              </a:rPr>
              <a:t>because escape / rearing is spontaneous exploration that mostly happens away from the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0483B"/>
                </a:solidFill>
                <a:latin typeface="Calibri"/>
              </a:rPr>
              <a:t>stimulus. Escape came out at ×0.08 windowed against ×0.22 counting everything.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Why the per-mouse test is possible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is the payoff of scoring every delivery rather than every block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3134868"/>
                <a:gridCol w="5163311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what it buys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Stimuli per mouse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58 to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each delivery is one trial, so a single animal has ~60-100 trials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Test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Mann-Whitney on that mouse's own deliveries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 group needed - the mouse is its own experiment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Confidence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from the Poisson variance of the totals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horizontal line in the forest plot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If we had used block means instead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 numbers per mouse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 per-mouse test would be possible at all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2.  The forest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one row per mouse, one panel per behaviour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Each row is one mouse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56231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F1 at the top, M3 at the bottom, the SAME order in every panel - so you can follow one animal left to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dot is that mouse's change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7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Day 2 ÷ Day 1 of (total events / total stimuli)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9125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horizontal line is the 95 % confidence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38727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 short line means that mouse gave many consistent trials; a long line means few or scattered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3250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dashed vertical line is 1 = no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7997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left of it = fewer events on the drug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73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Red means p &lt; 0.05 for THAT MOUSE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2122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not the group - this is a within-animal test on its own ~60-100 deliveries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axis is logarithmic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06247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1/4 is as far from 1 as 4 is, so increases and decreases are comparable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forest plot itself</a:t>
            </a:r>
          </a:p>
        </p:txBody>
      </p:sp>
      <p:pic>
        <p:nvPicPr>
          <p:cNvPr id="3" name="Picture 2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2761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Read across a row to follow one animal. M1 and M2 are red in every panel. F1 is the exception: unchanged or up for the pain behaviours, but still down for escape / rearing.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3.  Day 2 on its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the same descriptive figures we made for Day 1, computed from the drug day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Both days on one pair of axes</a:t>
            </a:r>
          </a:p>
        </p:txBody>
      </p:sp>
      <p:pic>
        <p:nvPicPr>
          <p:cNvPr id="3" name="Picture 2" descr="D8_dose_response_both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29" y="1051560"/>
            <a:ext cx="1010146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Thin line = one mouse, bold = mean ± SEM. Lower everywhere on the drug day; the stimulus ordering flattens for licking / biting and escape but is kept for the reflexes.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2 only: stimulus blocks against each animal's own baseline</a:t>
            </a:r>
          </a:p>
        </p:txBody>
      </p:sp>
      <p:pic>
        <p:nvPicPr>
          <p:cNvPr id="3" name="Picture 2" descr="F4_baseline_v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1122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worth comparing with the Day-1 version: escape / rearing no longer has a high baseline to fall from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2 only: every mouse individually</a:t>
            </a:r>
          </a:p>
        </p:txBody>
      </p:sp>
      <p:pic>
        <p:nvPicPr>
          <p:cNvPr id="3" name="Picture 2" descr="F5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524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one panel per animal, no averaging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4.  Activity measured from the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independent of the manual scoring - it comes from the pixels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baseline is the decisive comparison</a:t>
            </a:r>
          </a:p>
        </p:txBody>
      </p:sp>
      <p:pic>
        <p:nvPicPr>
          <p:cNvPr id="3" name="Picture 2" descr="V1_loc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133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No stimulus is delivered during the baseline, so there is no pain to relieve. Movement was already halved there in 6/6 mice (p = 0.031). That cannot be analgesia.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the video measured, baseline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first 5 minutes of the session, before any stimulus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706"/>
                <a:gridCol w="1580605"/>
                <a:gridCol w="1580605"/>
                <a:gridCol w="1369858"/>
                <a:gridCol w="1685979"/>
                <a:gridCol w="126448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mice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centroid speed (px/s)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fraction of time moving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silhouette area (posture)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30536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23167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conclusion the data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Three independent lines point the same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escape/rearing from the scoring (×0.08), baseline movement from the video (×0.47), and the reduction being the same size in every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 selective analgesic predicts none of that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it should spare exploration and act only when a stimulus is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So the honest description is a general reduction in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at this dose and 10 min after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What it does NOT rule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analgesia could be present as well and simply hidden. A lower dose, a later time point, and a vehicle group would separate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