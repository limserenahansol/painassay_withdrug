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Acute pain assay under mini1p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C6E8C"/>
                </a:solidFill>
                <a:latin typeface="Calibri"/>
              </a:rPr>
              <a:t>Day 1 baseline, six mice  —  what the behaviour looks like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C6E8C"/>
                </a:solidFill>
                <a:latin typeface="Calibri"/>
              </a:rPr>
              <a:t>before we add SBI-553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Hansol Lim   ·  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Day 2 result,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0483B"/>
                </a:solidFill>
                <a:latin typeface="Calibri"/>
              </a:rPr>
              <a:t>Every behaviour fell after SBI-553 — including the one that is NOT a pain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Escape / rearing is exploration. On Day 1 it went DOWN under stimulation, so it is not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pain. It fell to 8 % of Day 1 — the largest drop of any behaviour. Reflexes fell least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(withdrawal to 72 %).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That pattern is what sedation looks like, not selective analgesia. All six mice got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SBI-553, so there is no vehicle group to separate drug from day, order or habituation.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How to read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four things that make the rest of the slides readable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Day 1 = no drug, Day 2 = SBI-553 10 min before the assay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same six mice, same four stimuli, block order randomised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Every number is total events ÷ total stimuli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stimulus is hand-delivered so the count is never fixed: 83–100 taps on Day 1, 58–71 on 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Two behaviour classes, never added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REFLEXIVE withdrawal + flinch  ·  AFFECTIVE attending + lick/bite + guarding  ·  and escape/rearing as the exploration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n = 6, paired. The smallest p this test can give is 0.031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0.031 means ‘all six moved the same way’, which is the strongest statement the design supports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design, behaviours, and what the scoring actually captures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Session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5 min baseline, then four 5 min stimulus blocks on a fixed clock, 1 min rest between</a:t>
            </a:r>
          </a:p>
        </p:txBody>
      </p:sp>
      <p:pic>
        <p:nvPicPr>
          <p:cNvPr id="4" name="Picture 3" descr="F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2839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Block order is randomised per mouse, so stimulus identity is not confounded with time in the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Six behaviours, two classes - kept separate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Corder / Scherrer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REFLEXIVE   paw withdrawal, flinch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spinally mediated, locked to contact. Scored as taps, 3 s response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AFFECTIVE-MOTIVATIONAL   paw attending, licking / biting, guarding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supraspinal, builds over 1-8 s after contact. 10 s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ESCAPE / REARING   scored, but read as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baseline rate is 3.8 per min and it DECREASES under stimulation. Not a pain measure.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Never summed into one pain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biased agonist is expected to move the affective class without matching the reflexive one - summing would hide exactly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the scoring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30 s, both cameras, labels burned in</a:t>
            </a:r>
          </a:p>
        </p:txBody>
      </p:sp>
      <p:pic>
        <p:nvPicPr>
          <p:cNvPr id="4" name="PPT_female3bottom0003_26_09_02_13_03_46_008__ppt_1216s_30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72586" y="1600200"/>
            <a:ext cx="6867707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click to play  ·  side view is the analysis view; the bottom view cannot resolve individual paws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1 QC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nothing was inferred or filled in; every correction is traceable to the block clock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7744968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Sessions scored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of 6, all four stimulus blocks clean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Stimulus mis-keys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18 of 18, using the fixed block clock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Fast repeated taps merged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corrected copy only, counts unchanged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Original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never modified - corrections go to a separate folder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Deliveries per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83 to 100 across the session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Remaining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2, informational only (typed vs sheet stimulus names)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Why  total event number / total stimulus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the one methodological point that everything else rests 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denominator is not constant</a:t>
            </a:r>
          </a:p>
        </p:txBody>
      </p:sp>
      <p:pic>
        <p:nvPicPr>
          <p:cNvPr id="3" name="Picture 2" descr="D6_why_normal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6268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Ten flinches from ten taps and ten flinches from twenty taps are the same raw count and a different animal - 10/10 = 1.00 vs 10/20 = 0.50. Every figure from here on divides by the delivery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How long is a stimulus block?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behaviour does not stop when the stimulus does, so the 1 min rest was tested both 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Two block definitions, both computed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both versions are in the repository; the figures below use the 5 min version unless stated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5 min  -  the stimulus period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block's first delivery plus 300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6 min  -  the stimulus period plus the 1 min rest that follows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rest is attributed to the block before it, because nothing else caused it and the next block has not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denominator is identical in 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rest minute contains no deliveries, so total events / total stimulus delivery is directly comparable between the 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events per MINUTE is not comparable between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divisor changes 5 to 6, so that rate drops about 17 % mechanically even if nothing changed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rest minute adds almost nothing - except rearing</a:t>
            </a:r>
          </a:p>
        </p:txBody>
      </p:sp>
      <p:pic>
        <p:nvPicPr>
          <p:cNvPr id="3" name="Picture 2" descr="W1_block_windo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367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Pain behaviours are flat (+0 to +2 %). Escape / rearing rises +5 % in every mouse - consistent with it being exploration that resumes once the stimulus stops, not pain.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Why the rest minute contributes so little</a:t>
            </a:r>
          </a:p>
        </p:txBody>
      </p:sp>
      <p:pic>
        <p:nvPicPr>
          <p:cNvPr id="3" name="Picture 2" descr="W2_rest_minute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0868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Because the 5 min window ALREADY contains a mean of 45 s of quiet time: deliveries finish before the 300 s mark (first-to-last span, median 256 s). The extra minute lands further out, where behaviour has already subsided.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six mice, no drug - what the assay measures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Response by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rate per minute within each 5 min block</a:t>
            </a:r>
          </a:p>
        </p:txBody>
      </p:sp>
      <p:pic>
        <p:nvPicPr>
          <p:cNvPr id="4" name="Picture 3" descr="F2_dos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Light touch smallest and Heat largest for every behaviour; pin prick sits between them. Not monotonic with nominal intensity.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Raw event counts per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unnormalised view, shown for completeness</a:t>
            </a:r>
          </a:p>
        </p:txBody>
      </p:sp>
      <p:pic>
        <p:nvPicPr>
          <p:cNvPr id="4" name="Picture 3" descr="F2b_ev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Read with the previous slide in mind: the block is a fixed 300 s but the number of taps inside it is not.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Total event number / total stimulus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each mouse divided by its own delivery count</a:t>
            </a:r>
          </a:p>
        </p:txBody>
      </p:sp>
      <p:pic>
        <p:nvPicPr>
          <p:cNvPr id="4" name="Picture 3" descr="F3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04" y="1417320"/>
            <a:ext cx="1133211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This is the comparable version of the previous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Stimulus blocks against each animal's own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5 min baseline vs the four stimulus blocks</a:t>
            </a:r>
          </a:p>
        </p:txBody>
      </p:sp>
      <p:pic>
        <p:nvPicPr>
          <p:cNvPr id="4" name="Picture 3" descr="F4_baseline_v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112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Escape / rearing goes DOWN under stimulation - the clearest evidence it is exploration rather than pain.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Every mouse individually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 averaging - one panel per animal</a:t>
            </a:r>
          </a:p>
        </p:txBody>
      </p:sp>
      <p:pic>
        <p:nvPicPr>
          <p:cNvPr id="4" name="Picture 3" descr="F5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4524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Between-animal spread is large. It is the reason the paired design matters more than the group size.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Response time course around each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peri-stimulus histogram, aligned to stimulus contact</a:t>
            </a:r>
          </a:p>
        </p:txBody>
      </p:sp>
      <p:pic>
        <p:nvPicPr>
          <p:cNvPr id="4" name="Picture 3" descr="E1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23" y="1417320"/>
            <a:ext cx="1039987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Reflexes are locked to contact; affective behaviour builds over several seconds. This is what sets the two response windows.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Probability of responding to a single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10 s window, restricted to deliveries with 10 s of clearance</a:t>
            </a:r>
          </a:p>
        </p:txBody>
      </p:sp>
      <p:pic>
        <p:nvPicPr>
          <p:cNvPr id="4" name="Picture 3" descr="E2b_response_probability_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1" y="1417320"/>
            <a:ext cx="1089195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 3 s window put Heat BELOW light touch for attending - it cut the affective response off before it started. 10 s reverses that (0.600 vs 0.267).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response fade within a block?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1 min bins across each 5 min stimulus block</a:t>
            </a:r>
          </a:p>
        </p:txBody>
      </p:sp>
      <p:pic>
        <p:nvPicPr>
          <p:cNvPr id="4" name="Picture 3" descr="E3_within_block_time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81" y="1417320"/>
            <a:ext cx="10891956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Worth watching on Day 2: a drug can lower the level or steepen the fade, and those are different mechanisms.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Control: block position does not drive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response by position in the session, ignoring which stimulus it was</a:t>
            </a:r>
          </a:p>
        </p:txBody>
      </p:sp>
      <p:pic>
        <p:nvPicPr>
          <p:cNvPr id="4" name="Picture 3" descr="E4_block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38560" cy="2604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Flat, which is what validates the randomised block order.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Reflexive against affective,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two classes are not interchangeable</a:t>
            </a:r>
          </a:p>
        </p:txBody>
      </p:sp>
      <p:pic>
        <p:nvPicPr>
          <p:cNvPr id="4" name="Picture 3" descr="E5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17" y="1417320"/>
            <a:ext cx="589768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The axis SBI-553 is supposed to move: affective down without a matching reflexive change.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Day 1, what we can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real data, six mice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assay separates stimulus intensities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light touch smallest, heat largest, for all six behaviours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Reflexive and affective responses have different time courses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locked to contact vs building over 1-8 s - so different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Escape / rearing is exploration, not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3.8 per min at baseline and it falls under stimulation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Block position is not a confound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randomisation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Between-animal spread is the limiting factor, not scoring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median CV 0.49 across mice - which is why Day 2 must be paired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Day 2   SBI-553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same six mice, dosed 10 min before the assay. No vehicle group.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Analgesia or sedation? The exploration control answers it</a:t>
            </a:r>
          </a:p>
        </p:txBody>
      </p:sp>
      <p:pic>
        <p:nvPicPr>
          <p:cNvPr id="3" name="Picture 2" descr="S1_sedatio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809" y="1051560"/>
            <a:ext cx="908790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Escape / rearing is not a pain measure, and it fell hardest (to 8 %). Reflexes fell least (to 72 %). A selective analgesic would have spared exploration.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Primary figure: total event number / total stimulus delivery, both days</a:t>
            </a:r>
          </a:p>
        </p:txBody>
      </p:sp>
      <p:pic>
        <p:nvPicPr>
          <p:cNvPr id="3" name="Picture 2" descr="D2_per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44" y="1051560"/>
            <a:ext cx="1033963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grey line = one mouse measured twice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Individual level: each mouse's own change</a:t>
            </a:r>
          </a:p>
        </p:txBody>
      </p:sp>
      <p:pic>
        <p:nvPicPr>
          <p:cNvPr id="3" name="Picture 2" descr="D5_per_mous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3217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consistency across animals is evidence the six-mouse p-value floor cannot express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Individual level with statistics</a:t>
            </a:r>
          </a:p>
        </p:txBody>
      </p:sp>
      <p:pic>
        <p:nvPicPr>
          <p:cNvPr id="3" name="Picture 2" descr="Fig_forest_per_mouse_allDeliv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2756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 per-mouse test is possible only because each delivery is a trial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drug change the response shape?</a:t>
            </a:r>
          </a:p>
        </p:txBody>
      </p:sp>
      <p:pic>
        <p:nvPicPr>
          <p:cNvPr id="3" name="Picture 2" descr="D1_psth_da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92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amplitude, latency and duration are separable here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Does the drug change the within-block fade?</a:t>
            </a:r>
          </a:p>
        </p:txBody>
      </p:sp>
      <p:pic>
        <p:nvPicPr>
          <p:cNvPr id="3" name="Picture 2" descr="D3_within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41" y="1051560"/>
            <a:ext cx="1129683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 lower level and a steeper fade are different mechanisms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The dissociation the drug is meant to produce</a:t>
            </a:r>
          </a:p>
        </p:txBody>
      </p:sp>
      <p:pic>
        <p:nvPicPr>
          <p:cNvPr id="3" name="Picture 2" descr="D4_reflex_vs_aff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032" y="1051560"/>
            <a:ext cx="587345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a biased agonist moves points DOWN more than LEFT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How much can n = 6 actually 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6E8C"/>
                </a:solidFill>
                <a:latin typeface="Calibri"/>
              </a:rPr>
              <a:t>from the measured between-mouse variability and from the arithmetic of the exact test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n = 6 may not be enough</a:t>
            </a:r>
          </a:p>
        </p:txBody>
      </p:sp>
      <p:pic>
        <p:nvPicPr>
          <p:cNvPr id="3" name="Picture 2" descr="D7_power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1119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6E8C"/>
                </a:solidFill>
                <a:latin typeface="Calibri"/>
              </a:rPr>
              <a:t>Left: with one non-responder, power for a 40 % effect at n = 6 falls from 0.98 to about 0.49. Right: the exact paired test floors at 2/2^n, so at n = 5 usable pairs p &lt; 0.05 is arithmetically impossible.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Two levels of statistics, and what each can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population test is the design; the per-mouse test is what rescues it at n =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047"/>
                <a:gridCol w="1451047"/>
                <a:gridCol w="1813809"/>
                <a:gridCol w="2357952"/>
                <a:gridCol w="3990381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what limits 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paired Wilcoxon (primary)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floors at p = 0.031; one non-responder raises it to 0.062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 vs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Mann-Whitney (secondary)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reaches 0.0022, but ignores the pairing the design bought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one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~90 per mouse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Fisher exact / rate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well powered for reflexes, detects only large shifts for affective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the 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how many moved the same 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not a p-value, but survives the floor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this experiment cannot tell us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the honest list, so nobody over-reads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 vehicle group. All six mice got SBI-553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 drug, day, block order and habituation are confounded. The next cohort must have a vehicle 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Whether the drop is analgesia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escape / rearing fell to 8 % - the exploration control fell hardest. A locomotion or body-temperature readout would settle it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 dose that separates the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if 10 min post-dose is peak sedation, a lower dose or a later time point may show analgesia without hypoactivity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Animal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 = 6 gives ~0.49 power for a 40 % effect if one animal does not respond. n = 8-10 is robust.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6811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A hardware stimulus marker (TTL or LED on the applicator)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solves timing, stimulus identity and camera sync at once, and takes the scorer out of the delivery mark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What it does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what the data supports as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assay works and the scoring is reliable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214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four clean stimulus blocks in all twelve sessions, and the stimuli separate on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SBI-553 at this dose and timing produces a large, consistent behavioural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40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6/6 mice for lick/bite and escape, paired p = 0.031 - the floor of 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0273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reduction is NOT selective for pain behaviours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reflexes fell least (x0.72), exploration fell most (x0.08). That ordering is the opposite of a biased analgesic.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35424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The per-delivery design makes per-mouse tests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escape / rearing is individually significant in 5 of the 6 animals on their own ~60-100 deliveries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